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Usefulness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Software</c:v>
                </c:pt>
                <c:pt idx="1">
                  <c:v>Support</c:v>
                </c:pt>
                <c:pt idx="2">
                  <c:v>Research</c:v>
                </c:pt>
                <c:pt idx="3">
                  <c:v>Automation</c:v>
                </c:pt>
                <c:pt idx="4">
                  <c:v>Productivity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82</c:v>
                </c:pt>
                <c:pt idx="2">
                  <c:v>86</c:v>
                </c:pt>
                <c:pt idx="3">
                  <c:v>88</c:v>
                </c:pt>
                <c:pt idx="4">
                  <c:v>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83464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BF2FA"/>
                </a:solidFill>
              </a:defRPr>
            </a:pPr>
            <a:r>
              <a:t>5-Slide Presentation</a:t>
            </a:r>
          </a:p>
          <a:p>
            <a:pPr algn="ctr">
              <a:defRPr sz="1600">
                <a:solidFill>
                  <a:srgbClr val="EBF2FA"/>
                </a:solidFill>
              </a:defRPr>
            </a:pPr>
            <a:r>
              <a:t>Planning • Reasoning • Tool Use •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is Agentic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AI systems that can pursue a goal through multiple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6400800" cy="4114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Understands a goal and breaks it into smaller tasks.</a:t>
            </a:r>
          </a:p>
          <a:p>
            <a:pPr>
              <a:spcAft>
                <a:spcPts val="1000"/>
              </a:spcAft>
              <a:defRPr sz="2000"/>
            </a:pPr>
            <a:r>
              <a:t>• Plans a sequence of actions instead of only answering one prompt.</a:t>
            </a:r>
          </a:p>
          <a:p>
            <a:pPr>
              <a:spcAft>
                <a:spcPts val="1000"/>
              </a:spcAft>
              <a:defRPr sz="2000"/>
            </a:pPr>
            <a:r>
              <a:t>• Uses tools, APIs, data, and software to perform actions.</a:t>
            </a:r>
          </a:p>
          <a:p>
            <a:pPr>
              <a:spcAft>
                <a:spcPts val="1000"/>
              </a:spcAft>
              <a:defRPr sz="2000"/>
            </a:pPr>
            <a:r>
              <a:t>• Evaluates results and adjusts the plan when needed.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194560"/>
            <a:ext cx="868680" cy="73152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Goal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2194560"/>
            <a:ext cx="868680" cy="73152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2194560"/>
            <a:ext cx="868680" cy="73152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44200" y="2194560"/>
            <a:ext cx="868680" cy="73152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Evaluate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an Agentic AI System Works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417320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39903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Understand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99032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Interpret the user's objective and constraints.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560320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54203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542032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Create a sequence of tasks and choose tools.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703320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68503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Execute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685032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Perform actions through tools or APIs.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46320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82803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Evaluate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828032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Check results and revise the plan if needed.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Illustrative Impact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Example relative usefulness score — not measured industry data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508760"/>
          <a:ext cx="103327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Benefits, Challenges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• Benefits: automates multi-step work, improves productivity, and can adapt to feedback.</a:t>
            </a:r>
          </a:p>
          <a:p>
            <a:pPr>
              <a:spcAft>
                <a:spcPts val="1000"/>
              </a:spcAft>
              <a:defRPr sz="1900"/>
            </a:pPr>
            <a:r>
              <a:t>• Challenges: incorrect decisions, security/privacy risks, tool misuse, and reliability concerns.</a:t>
            </a:r>
          </a:p>
          <a:p>
            <a:pPr>
              <a:spcAft>
                <a:spcPts val="1000"/>
              </a:spcAft>
              <a:defRPr sz="1900"/>
            </a:pPr>
            <a:r>
              <a:t>• Best practice: use clear goals, limited permissions, testing, monitoring, and human oversight.</a:t>
            </a:r>
          </a:p>
          <a:p>
            <a:pPr>
              <a:spcAft>
                <a:spcPts val="1000"/>
              </a:spcAft>
              <a:defRPr sz="1900"/>
            </a:pPr>
            <a:r>
              <a:t>• Conclusion: Agentic AI moves AI from generating answers toward completing goals through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